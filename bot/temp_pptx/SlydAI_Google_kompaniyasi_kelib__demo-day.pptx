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1005840"/>
            <a:ext cx="4327855" cy="438912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1100" b="1">
                <a:solidFill>
                  <a:srgbClr val="FF6B00"/>
                </a:solidFill>
                <a:latin typeface="Inter"/>
              </a:defRPr>
            </a:pPr>
            <a:r>
              <a:t>SLYDAI  •  DEMO-DAY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362895" cy="3840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55600" bIns="254000" lIns="457200" rIns="457200"/>
          <a:lstStyle/>
          <a:p>
            <a:pPr algn="l">
              <a:spcAft>
                <a:spcPts val="1600"/>
              </a:spcAft>
              <a:defRPr sz="3600" b="1">
                <a:solidFill>
                  <a:srgbClr val="111111"/>
                </a:solidFill>
                <a:latin typeface="Poppins"/>
              </a:defRPr>
            </a:pPr>
            <a:r>
              <a:t>Google kompaniyasi kelib chiqish tarixi</a:t>
            </a:r>
          </a:p>
          <a:p>
            <a:pPr algn="l">
              <a:spcAft>
                <a:spcPts val="2000"/>
              </a:spcAft>
              <a:defRPr sz="1700">
                <a:solidFill>
                  <a:srgbClr val="444444"/>
                </a:solidFill>
                <a:latin typeface="Inter"/>
              </a:defRPr>
            </a:pPr>
            <a:r>
              <a:t>Qidiruv tizimidan global texnologiya gigantigacha bo'lgan yo'l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9728" cy="3840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715000"/>
            <a:ext cx="3246120" cy="62179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FF6B00"/>
                </a:solidFill>
                <a:latin typeface="Inter"/>
              </a:defRPr>
            </a:pPr>
            <a:r>
              <a:t>TAQDIMOT TURI</a:t>
            </a:r>
          </a:p>
          <a:p>
            <a:pPr>
              <a:defRPr sz="1100">
                <a:solidFill>
                  <a:srgbClr val="444444"/>
                </a:solidFill>
                <a:latin typeface="Inter"/>
              </a:defRPr>
            </a:pPr>
            <a:r>
              <a:t>Demo-Day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715000"/>
            <a:ext cx="3246120" cy="62179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FF6B00"/>
                </a:solidFill>
                <a:latin typeface="Inter"/>
              </a:defRPr>
            </a:pPr>
            <a:r>
              <a:t>SLAYDLAR SONI</a:t>
            </a:r>
          </a:p>
          <a:p>
            <a:pPr>
              <a:defRPr sz="1100">
                <a:solidFill>
                  <a:srgbClr val="444444"/>
                </a:solidFill>
                <a:latin typeface="Inter"/>
              </a:defRPr>
            </a:pPr>
            <a:r>
              <a:t>5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715000"/>
            <a:ext cx="3246120" cy="62179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FF6B00"/>
                </a:solidFill>
                <a:latin typeface="Inter"/>
              </a:defRPr>
            </a:pPr>
            <a:r>
              <a:t>TAHLIL DARAJASI</a:t>
            </a:r>
          </a:p>
          <a:p>
            <a:pPr>
              <a:defRPr sz="1100">
                <a:solidFill>
                  <a:srgbClr val="444444"/>
                </a:solidFill>
                <a:latin typeface="Inter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B9B9B"/>
                </a:solidFill>
                <a:latin typeface="Inter"/>
              </a:defRPr>
            </a:pPr>
            <a:r>
              <a:t>SlydAI  •  DEMO-DAY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37744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FF6B00"/>
                </a:solidFill>
                <a:latin typeface="Inter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Poppins"/>
              </a:defRPr>
            </a:pPr>
            <a:r>
              <a:t>Bugungi Kun Tartibi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418795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111111"/>
                </a:solidFill>
                <a:latin typeface="Poppins"/>
              </a:rPr>
              <a:t>Yo'nalish 01  —  </a:t>
            </a:r>
            <a:r>
              <a:rPr sz="1300">
                <a:solidFill>
                  <a:srgbClr val="444444"/>
                </a:solidFill>
                <a:latin typeface="Inter"/>
              </a:rPr>
              <a:t>Dastlabki Qadamlar:** Stenford universitetida "BackRub" loyihasining paydo bo'lishi va PageRank algoritmining asoslarini tushunish.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92807"/>
            <a:ext cx="685800" cy="3968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FF6B00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B9B9B"/>
                </a:solidFill>
                <a:latin typeface="Inter"/>
              </a:defRPr>
            </a:pPr>
            <a:r>
              <a:t>SlydAI  •  DEMO-DAY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194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FF6B00"/>
                </a:solidFill>
                <a:latin typeface="Inter"/>
              </a:defRPr>
            </a:pPr>
            <a:r>
              <a:t>SLAYD 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11111"/>
                </a:solidFill>
                <a:latin typeface="Poppins"/>
              </a:defRPr>
            </a:pPr>
            <a:r>
              <a:t>1996</a:t>
            </a:r>
          </a:p>
          <a:p>
            <a:pPr>
              <a:spcBef>
                <a:spcPts val="300"/>
              </a:spcBef>
              <a:defRPr sz="1400">
                <a:solidFill>
                  <a:srgbClr val="444444"/>
                </a:solidFill>
                <a:latin typeface="Inter"/>
              </a:defRPr>
            </a:pPr>
            <a:r>
              <a:t>"BackRub" loyihasi Stenfordda boshlandi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30368" cy="4160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FF6B00"/>
                </a:solidFill>
                <a:latin typeface="Poppins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44444"/>
                </a:solidFill>
                <a:latin typeface="Inter"/>
              </a:rPr>
              <a:t>• Akademik Tadqiqotlar:** Loyiha Larri Peyj va Sergey Brinning doktorantura tadqiqotlari doirasida paydo bo'ldi. Ular mavjud qidiruv tizimlarining samarasizligidan norozi bo'lib, veb-sahifalarning ahamiyatini bog'lanishlar asosida baholaydigan yangi yondashuvni ishlab chiqishdi.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30368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920240"/>
            <a:ext cx="5230368" cy="4160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FF6B00"/>
                </a:solidFill>
                <a:latin typeface="Poppins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44444"/>
                </a:solidFill>
                <a:latin typeface="Inter"/>
              </a:rPr>
              <a:t>• Akademik Tadqiqotlar:** Loyiha Larri Peyj va Sergey Brinning doktorantura tadqiqotlari doirasida paydo bo'ldi. Ular mavjud qidiruv tizimlarining samarasizligidan norozi bo'lib, veb-sahifalarning ahamiyatini bog'lanishlar asosida baholaydigan yangi yondashuvni ishlab chiqishdi.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920240"/>
            <a:ext cx="5230368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B9B9B"/>
                </a:solidFill>
                <a:latin typeface="Inter"/>
              </a:defRPr>
            </a:pPr>
            <a:r>
              <a:t>SlydAI  •  DEMO-DAY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194560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FF6B00"/>
                </a:solidFill>
                <a:latin typeface="Inter"/>
              </a:defRPr>
            </a:pPr>
            <a:r>
              <a:t>SLAYD 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11111"/>
                </a:solidFill>
                <a:latin typeface="Poppins"/>
              </a:defRPr>
            </a:pPr>
            <a:r>
              <a:t>1998</a:t>
            </a:r>
          </a:p>
          <a:p>
            <a:pPr>
              <a:spcBef>
                <a:spcPts val="300"/>
              </a:spcBef>
              <a:defRPr sz="1400">
                <a:solidFill>
                  <a:srgbClr val="444444"/>
                </a:solidFill>
                <a:latin typeface="Inter"/>
              </a:defRPr>
            </a:pPr>
            <a:r>
              <a:t>Google Inc. rasmiy ravishda tashkil etildi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160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03200" rIns="203200"/>
          <a:lstStyle/>
          <a:p>
            <a:pPr algn="ctr">
              <a:spcAft>
                <a:spcPts val="1000"/>
              </a:spcAft>
              <a:defRPr sz="1100" b="1">
                <a:solidFill>
                  <a:srgbClr val="FF6B00"/>
                </a:solidFill>
                <a:latin typeface="Inter"/>
              </a:defRPr>
            </a:pPr>
            <a:r>
              <a:t>USTUN 01</a:t>
            </a:r>
          </a:p>
          <a:p>
            <a:pPr>
              <a:defRPr sz="1300">
                <a:solidFill>
                  <a:srgbClr val="444444"/>
                </a:solidFill>
                <a:latin typeface="Inter"/>
              </a:defRPr>
            </a:pPr>
            <a:r>
              <a:t>Kompaniyaning Ro'yxatdan O'tkazilishi:** Ikki asoschi "BackRub" loyihasining tijoriy salohiyatini anglab yetgach, Stenfordni tark etib, Google Inc.ni rasmiy ravishda tashkil etishdi. Bu qadam ularning ilmiy g'oyalarini kengroq auditoriyaga yetkazish istagini aks ettirdi.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728655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B9B9B"/>
                </a:solidFill>
                <a:latin typeface="Inter"/>
              </a:defRPr>
            </a:pPr>
            <a:r>
              <a:t>SlydAI  •  DEMO-DAY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502920"/>
            <a:ext cx="4327855" cy="32918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FF6B00"/>
                </a:solidFill>
                <a:latin typeface="Inter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800" b="1">
                <a:solidFill>
                  <a:srgbClr val="111111"/>
                </a:solidFill>
                <a:latin typeface="Poppins"/>
              </a:defRPr>
            </a:pPr>
            <a:r>
              <a:t>TA'SIR</a:t>
            </a:r>
          </a:p>
          <a:p>
            <a:pPr algn="ctr">
              <a:spcBef>
                <a:spcPts val="400"/>
              </a:spcBef>
              <a:defRPr sz="1400">
                <a:solidFill>
                  <a:srgbClr val="444444"/>
                </a:solidFill>
                <a:latin typeface="Inter"/>
              </a:defRPr>
            </a:pPr>
            <a:r>
              <a:t>Google'ning merosi va kelajak uchun saboqlar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069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FF6B00"/>
                </a:solidFill>
                <a:latin typeface="Inter"/>
              </a:defRPr>
            </a:pPr>
            <a:r>
              <a:t>01. ASOSIY XULOSA</a:t>
            </a:r>
          </a:p>
          <a:p>
            <a:pPr>
              <a:defRPr sz="1300">
                <a:solidFill>
                  <a:srgbClr val="444444"/>
                </a:solidFill>
                <a:latin typeface="Inter"/>
              </a:defRPr>
            </a:pPr>
            <a:r>
              <a:t>Innovatsiyaga Sodiklik:** Google'ning muvaffaqiyati doimiy innovatsiyaga va texnologik chegaralarni kengaytirishga sodiqligidan kelib chiqadi. Bu yondashuv yangi mahsulotlar va xizmatlarni yaratishda asosiy harakatlantiruvchi kuch bo'lib xizmat qiladi.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B9B9B"/>
                </a:solidFill>
                <a:latin typeface="Inter"/>
              </a:defRPr>
            </a:pPr>
            <a:r>
              <a:t>SlydAI  •  DEMO-DAY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