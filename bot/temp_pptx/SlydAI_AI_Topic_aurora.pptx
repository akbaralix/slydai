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6590" y="1371600"/>
            <a:ext cx="3657600" cy="4572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5CFF"/>
                </a:solidFill>
                <a:latin typeface="Spline Sans Mono"/>
              </a:defRPr>
            </a:pPr>
            <a:r>
              <a:t>SLYDAI PRESENTATSIYA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4F3FF"/>
                </a:solidFill>
                <a:latin typeface="Sora"/>
              </a:defRPr>
            </a:pPr>
            <a:r>
              <a:t>Test Cover</a:t>
            </a:r>
          </a:p>
          <a:p>
            <a:pPr algn="ctr">
              <a:spcBef>
                <a:spcPts val="1800"/>
              </a:spcBef>
              <a:defRPr sz="2000">
                <a:solidFill>
                  <a:srgbClr val="C3C0DE"/>
                </a:solidFill>
                <a:latin typeface="Spline Sans Mono"/>
              </a:defRPr>
            </a:pPr>
            <a:r>
              <a:t>Subtitle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5303520"/>
            <a:ext cx="1371600" cy="54864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2011680" cy="32004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C5CFF"/>
                </a:solidFill>
                <a:latin typeface="Spline Sans Mono"/>
              </a:defRPr>
            </a:pPr>
            <a:r>
              <a:t>SLAYD 02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F3FF"/>
                </a:solidFill>
                <a:latin typeface="Sora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5059375" cy="13716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Item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468880"/>
            <a:ext cx="5059375" cy="13716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Item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59375" cy="13716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Item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059375" cy="13716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Item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23360" y="914400"/>
            <a:ext cx="4114800" cy="45720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C5CFF"/>
                </a:solidFill>
                <a:latin typeface="Spline Sans Mono"/>
              </a:defRPr>
            </a:pPr>
            <a:r>
              <a:t>XULOSA &amp; KEYINGI QADAMLAR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4F3FF"/>
                </a:solidFill>
                <a:latin typeface="Sora"/>
              </a:defRPr>
            </a:pPr>
            <a:r>
              <a:t>Conclusion</a:t>
            </a:r>
          </a:p>
          <a:p>
            <a:pPr algn="ctr">
              <a:spcBef>
                <a:spcPts val="800"/>
              </a:spcBef>
              <a:defRPr sz="1700">
                <a:solidFill>
                  <a:srgbClr val="C3C0DE"/>
                </a:solidFill>
                <a:latin typeface="Spline Sans Mono"/>
              </a:defRPr>
            </a:pPr>
            <a:r>
              <a:t>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4587087" cy="201168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Point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3474720"/>
            <a:ext cx="4587087" cy="2011680"/>
          </a:xfrm>
          <a:prstGeom prst="roundRect">
            <a:avLst/>
          </a:prstGeom>
          <a:solidFill>
            <a:srgbClr val="15152A"/>
          </a:solidFill>
          <a:ln w="12700">
            <a:solidFill>
              <a:srgbClr val="2A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C3C0DE"/>
                </a:solidFill>
                <a:latin typeface="Spline Sans Mono"/>
              </a:defRPr>
            </a:pPr>
            <a:r>
              <a:t>✦  Point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7CA6"/>
                </a:solidFill>
                <a:latin typeface="Spline Sans Mono"/>
              </a:defRPr>
            </a:pPr>
            <a:r>
              <a:t>SlydAI • AURORA                            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