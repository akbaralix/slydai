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66590" y="1371600"/>
            <a:ext cx="3657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A61B1B"/>
                </a:solidFill>
                <a:latin typeface="Newsreader"/>
              </a:defRPr>
            </a:pPr>
            <a:r>
              <a:t>SLYDAI PRESENTATSIYA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1A"/>
                </a:solidFill>
                <a:latin typeface="Playfair Display"/>
              </a:defRPr>
            </a:pPr>
            <a:r>
              <a:t>MOLIYA TIZIMINING YANGI DAVRI</a:t>
            </a:r>
          </a:p>
          <a:p>
            <a:pPr algn="ctr">
              <a:spcBef>
                <a:spcPts val="1800"/>
              </a:spcBef>
              <a:defRPr sz="2000">
                <a:solidFill>
                  <a:srgbClr val="3D3A33"/>
                </a:solidFill>
                <a:latin typeface="Newsreader"/>
              </a:defRPr>
            </a:pPr>
            <a:r>
              <a:t>Milliy FinTech startapi uchun investitsiya taklifi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5303520"/>
            <a:ext cx="1371600" cy="54864"/>
          </a:xfrm>
          <a:prstGeom prst="roundRect">
            <a:avLst/>
          </a:prstGeom>
          <a:solidFill>
            <a:srgbClr val="A6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D8775"/>
                </a:solidFill>
                <a:latin typeface="Newsreader"/>
              </a:defRPr>
            </a:pPr>
            <a:r>
              <a:t>SlydAI • BROADSHEET                             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20116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61B1B"/>
                </a:solidFill>
                <a:latin typeface="Newsreader"/>
              </a:defRPr>
            </a:pPr>
            <a:r>
              <a:t>SLAYD 02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Playfair Display"/>
              </a:defRPr>
            </a:pPr>
            <a:r>
              <a:t>BUGUNGI MAVZULAR RO'YXATI</a:t>
            </a:r>
          </a:p>
          <a:p>
            <a:pPr>
              <a:spcBef>
                <a:spcPts val="400"/>
              </a:spcBef>
              <a:defRPr sz="1600">
                <a:solidFill>
                  <a:srgbClr val="8D8775"/>
                </a:solidFill>
                <a:latin typeface="Newsreader"/>
              </a:defRPr>
            </a:pPr>
            <a:r>
              <a:t>Gazeta sahifalarida asosiy bo'limlar sharhi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1036289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3D3A33"/>
                </a:solidFill>
                <a:latin typeface="Newsreader"/>
              </a:defRPr>
            </a:pPr>
            <a:r>
              <a:t>✦  [MASTHEAD: Vol. I, Iss. I | KUN TARTIBI | Sahifa A2]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D8775"/>
                </a:solidFill>
                <a:latin typeface="Newsreader"/>
              </a:defRPr>
            </a:pPr>
            <a:r>
              <a:t>SlydAI • BROADSHEET                             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20116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61B1B"/>
                </a:solidFill>
                <a:latin typeface="Newsreader"/>
              </a:defRPr>
            </a:pPr>
            <a:r>
              <a:t>SLAYD 03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Playfair Display"/>
              </a:defRPr>
            </a:pPr>
            <a:r>
              <a:t>AN'ANAVIY BANK TIZIMIDAGI BO'SHLIQ</a:t>
            </a:r>
          </a:p>
          <a:p>
            <a:pPr>
              <a:spcBef>
                <a:spcPts val="400"/>
              </a:spcBef>
              <a:defRPr sz="1600">
                <a:solidFill>
                  <a:srgbClr val="8D8775"/>
                </a:solidFill>
                <a:latin typeface="Newsreader"/>
              </a:defRPr>
            </a:pPr>
            <a:r>
              <a:t>Aholining katta qismi tezkor mikrokreditlardan uzilib qolgan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1036289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3D3A33"/>
                </a:solidFill>
                <a:latin typeface="Newsreader"/>
              </a:defRPr>
            </a:pPr>
            <a:r>
              <a:t>✦  [MASTHEAD: Vol. I, Iss. I | BOZOR TAHLILI | Sahifa A3]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D8775"/>
                </a:solidFill>
                <a:latin typeface="Newsreader"/>
              </a:defRPr>
            </a:pPr>
            <a:r>
              <a:t>SlydAI • BROADSHEET                             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20116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61B1B"/>
                </a:solidFill>
                <a:latin typeface="Newsreader"/>
              </a:defRPr>
            </a:pPr>
            <a:r>
              <a:t>SLAYD 04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Playfair Display"/>
              </a:defRPr>
            </a:pPr>
            <a:r>
              <a:t>RAQAMLAR SO'ZLAGANDA: O'SISH SUR'ATI</a:t>
            </a:r>
          </a:p>
          <a:p>
            <a:pPr>
              <a:spcBef>
                <a:spcPts val="400"/>
              </a:spcBef>
              <a:defRPr sz="1600">
                <a:solidFill>
                  <a:srgbClr val="8D8775"/>
                </a:solidFill>
                <a:latin typeface="Newsreader"/>
              </a:defRPr>
            </a:pPr>
            <a:r>
              <a:t>Birinchi yildagi asosiy ko'rsatkichlarimiz va natijalar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1036289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3D3A33"/>
                </a:solidFill>
                <a:latin typeface="Newsreader"/>
              </a:defRPr>
            </a:pPr>
            <a:r>
              <a:t>✦  [MASTHEAD: Vol. I, Iss. I | STRATEGIYA | Sahifa A4]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D8775"/>
                </a:solidFill>
                <a:latin typeface="Newsreader"/>
              </a:defRPr>
            </a:pPr>
            <a:r>
              <a:t>SlydAI • BROADSHEET                             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23360" y="914400"/>
            <a:ext cx="41148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A61B1B"/>
                </a:solidFill>
                <a:latin typeface="Newsreader"/>
              </a:defRPr>
            </a:pPr>
            <a:r>
              <a:t>XULOSA &amp; KEYINGI QADAMLAR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1A1A"/>
                </a:solidFill>
                <a:latin typeface="Playfair Display"/>
              </a:defRPr>
            </a:pPr>
            <a:r>
              <a:t>KELAJAKKA BIRGALIKDA INVESTITSIYA KITING</a:t>
            </a:r>
          </a:p>
          <a:p>
            <a:pPr algn="ctr">
              <a:spcBef>
                <a:spcPts val="800"/>
              </a:spcBef>
              <a:defRPr sz="1700">
                <a:solidFill>
                  <a:srgbClr val="3D3A33"/>
                </a:solidFill>
                <a:latin typeface="Newsreader"/>
              </a:defRPr>
            </a:pPr>
            <a:r>
              <a:t>Biz bilan yangi moliya bozorini shakllantiring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474720"/>
            <a:ext cx="944849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3D3A33"/>
                </a:solidFill>
                <a:latin typeface="Newsreader"/>
              </a:defRPr>
            </a:pPr>
            <a:r>
              <a:t>✦  [MASTHEAD: Vol. I, Iss. I | INVESTITSIYA | Sahifa A5]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D8775"/>
                </a:solidFill>
                <a:latin typeface="Newsreader"/>
              </a:defRPr>
            </a:pPr>
            <a:r>
              <a:t>SlydAI • BROADSHEET                             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