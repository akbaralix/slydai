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371600"/>
            <a:ext cx="3657600" cy="4572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5CFF"/>
                </a:solidFill>
                <a:latin typeface="Spline Sans Mono"/>
              </a:defRPr>
            </a:pPr>
            <a:r>
              <a:t>SLYDAI PRESENTATSIYA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4F3FF"/>
                </a:solidFill>
                <a:latin typeface="Sora"/>
              </a:defRPr>
            </a:pPr>
            <a:r>
              <a:t>Marketing: Qiymat va Biznes O'sishi</a:t>
            </a:r>
          </a:p>
          <a:p>
            <a:pPr algn="ctr">
              <a:spcBef>
                <a:spcPts val="1800"/>
              </a:spcBef>
              <a:defRPr sz="2000">
                <a:solidFill>
                  <a:srgbClr val="C3C0DE"/>
                </a:solidFill>
                <a:latin typeface="Spline Sans Mono"/>
              </a:defRPr>
            </a:pPr>
            <a:r>
              <a:t>Zamonaviy bozorda mijozlar qalbiga yo'l topish san'ati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5303520"/>
            <a:ext cx="1371600" cy="5486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SLAYD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Bugungi Kun Tartibi</a:t>
            </a:r>
          </a:p>
          <a:p>
            <a:pPr>
              <a:spcBef>
                <a:spcPts val="400"/>
              </a:spcBef>
              <a:defRPr sz="1600">
                <a:solidFill>
                  <a:srgbClr val="807CA6"/>
                </a:solidFill>
                <a:latin typeface="Spline Sans Mono"/>
              </a:defRPr>
            </a:pPr>
            <a:r>
              <a:t>Marketing olamiga qisqa va samarali sayohat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C3C0DE"/>
                </a:solidFill>
                <a:latin typeface="Spline Sans Mono"/>
              </a:defRPr>
            </a:pPr>
            <a:r>
              <a:t>✦  Marketingning asl mohiyati va uning ta'rifi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SLAYD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Marketing Aslida Nima?</a:t>
            </a:r>
          </a:p>
          <a:p>
            <a:pPr>
              <a:spcBef>
                <a:spcPts val="400"/>
              </a:spcBef>
              <a:defRPr sz="1600">
                <a:solidFill>
                  <a:srgbClr val="807CA6"/>
                </a:solidFill>
                <a:latin typeface="Spline Sans Mono"/>
              </a:defRPr>
            </a:pPr>
            <a:r>
              <a:t>Reklamadan ancha kengroq bo'lgan strategik jarayon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C3C0DE"/>
                </a:solidFill>
                <a:latin typeface="Spline Sans Mono"/>
              </a:defRPr>
            </a:pPr>
            <a:r>
              <a:t>✦  Mijozlar muammolarini aniqlash va ularga yechim topish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SLAYD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Klassik 4P Modeli</a:t>
            </a:r>
          </a:p>
          <a:p>
            <a:pPr>
              <a:spcBef>
                <a:spcPts val="400"/>
              </a:spcBef>
              <a:defRPr sz="1600">
                <a:solidFill>
                  <a:srgbClr val="807CA6"/>
                </a:solidFill>
                <a:latin typeface="Spline Sans Mono"/>
              </a:defRPr>
            </a:pPr>
            <a:r>
              <a:t>Muvaffaqiyatli marketing strategiyasining to'rt ustuni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10362895" cy="118872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C3C0DE"/>
                </a:solidFill>
                <a:latin typeface="Spline Sans Mono"/>
              </a:defRPr>
            </a:pPr>
            <a:r>
              <a:t>✦  Product (Mahsulot): Bozor talabiga mos keladigan mukammal taklif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0" y="914400"/>
            <a:ext cx="4114800" cy="4572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5CFF"/>
                </a:solidFill>
                <a:latin typeface="Spline Sans Mono"/>
              </a:defRPr>
            </a:pPr>
            <a:r>
              <a:t>XULOSA &amp; KEYINGI QADAMLAR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4F3FF"/>
                </a:solidFill>
                <a:latin typeface="Sora"/>
              </a:defRPr>
            </a:pPr>
            <a:r>
              <a:t>Biznesingizni Biz Bilan O'stiring</a:t>
            </a:r>
          </a:p>
          <a:p>
            <a:pPr algn="ctr">
              <a:spcBef>
                <a:spcPts val="800"/>
              </a:spcBef>
              <a:defRPr sz="1700">
                <a:solidFill>
                  <a:srgbClr val="C3C0DE"/>
                </a:solidFill>
                <a:latin typeface="Spline Sans Mono"/>
              </a:defRPr>
            </a:pPr>
            <a:r>
              <a:t>To'g'ri marketing strategiyasi — muvaffaqiyat garovi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9448495" cy="201168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Maqsadli auditoriyangizni bugunoq tahlil qilishni boshlang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